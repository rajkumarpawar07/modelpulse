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8355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80924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SCRAPE-VERSE HACKATHON 2026 · BRIGHT DATA SCRAPER STUDIO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137160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kern="0" spc="300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r>
              <a:rPr lang="en-US" sz="6600" b="1" kern="0" spc="3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02920" y="24871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breaking changes in AI vendor APIs — before your code does.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3566160"/>
            <a:ext cx="1783080" cy="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286000" y="2747748"/>
            <a:ext cx="594360" cy="818412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0360" y="2747748"/>
            <a:ext cx="822960" cy="1824252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703320" y="3063240"/>
            <a:ext cx="731520" cy="150876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3063240"/>
            <a:ext cx="640080" cy="50292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74920" y="3566160"/>
            <a:ext cx="3566160" cy="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3566160"/>
            <a:ext cx="1783080" cy="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286000" y="2747748"/>
            <a:ext cx="594360" cy="818412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80360" y="2747748"/>
            <a:ext cx="822960" cy="1824251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703320" y="3063240"/>
            <a:ext cx="731520" cy="150876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63240"/>
            <a:ext cx="640080" cy="50292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74920" y="3566160"/>
            <a:ext cx="3566160" cy="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modelpulse-ruby.vercel.app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4434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IN 90 SECONDS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radar. Fifteen vendors.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133856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breaking changes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29184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1133856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76732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edits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08076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1133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5624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out from error logs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1691640" y="193852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0D141B">
              <a:alpha val="70000"/>
            </a:srgbClr>
          </a:solidFill>
          <a:ln w="15875">
            <a:solidFill>
              <a:srgbClr val="35F0B4"/>
            </a:solidFill>
            <a:prstDash val="dash"/>
          </a:ln>
        </p:spPr>
      </p:sp>
      <p:sp>
        <p:nvSpPr>
          <p:cNvPr id="13" name="Text 8"/>
          <p:cNvSpPr/>
          <p:nvPr/>
        </p:nvSpPr>
        <p:spPr>
          <a:xfrm>
            <a:off x="1691640" y="3749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SCRAPER STUDIO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02920" y="2286000"/>
            <a:ext cx="1005840" cy="1097280"/>
          </a:xfrm>
          <a:prstGeom prst="roundRect">
            <a:avLst>
              <a:gd name="adj" fmla="val 545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02920" y="2395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502920" y="28712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VENDORS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1920240" y="2286000"/>
            <a:ext cx="2057400" cy="1097280"/>
          </a:xfrm>
          <a:prstGeom prst="roundRect">
            <a:avLst>
              <a:gd name="adj" fmla="val 5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920240" y="228600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920240" y="2286000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895344" y="228600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977640" y="2286000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920240" y="338328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920240" y="3300984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895344" y="338328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977640" y="3300984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1920240" y="2377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c_*</a:t>
            </a:r>
            <a:endParaRPr lang="en-US" sz="2600" dirty="0"/>
          </a:p>
        </p:txBody>
      </p:sp>
      <p:sp>
        <p:nvSpPr>
          <p:cNvPr id="27" name="Text 22"/>
          <p:cNvSpPr/>
          <p:nvPr/>
        </p:nvSpPr>
        <p:spPr>
          <a:xfrm>
            <a:off x="1920240" y="29260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SELF-HEALING COLLECTORS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526280" y="228600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4526280" y="24323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4526280" y="27249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schema · impact 0–100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400800" y="2286000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2432304"/>
            <a:ext cx="402336" cy="40233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55080" y="29077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history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481328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3986784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6089904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1"/>
          <p:cNvSpPr/>
          <p:nvPr/>
        </p:nvSpPr>
        <p:spPr>
          <a:xfrm>
            <a:off x="68580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" y="4087368"/>
            <a:ext cx="347472" cy="347472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8580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SLACK ALERTS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265176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" y="408736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265176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CI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461772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0056" y="4087368"/>
            <a:ext cx="347472" cy="347472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461772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658368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6016" y="408736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658368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API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Detect. Heal. Recover. Unattended.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67512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78992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F5C54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29/29 rows missing change_type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317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624328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88920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00400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5CA8F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8745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24328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715768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prompt · same c_* ID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453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4745736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4910328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321808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EDF2F7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4688" y="187452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45736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37176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gate · never half-written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57453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6867144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031736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7443216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35F0B4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096" y="187452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67144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958584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rows back · 0 code changes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502920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Text 25"/>
          <p:cNvSpPr/>
          <p:nvPr/>
        </p:nvSpPr>
        <p:spPr>
          <a:xfrm>
            <a:off x="640080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COLLECTOR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40080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c_mt36bqzoxmjmuuk6y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2624328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2761488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 JOB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2761488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ia_mt3bwk3f1l3wyn63hq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4745736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7" name="Text 31"/>
          <p:cNvSpPr/>
          <p:nvPr/>
        </p:nvSpPr>
        <p:spPr>
          <a:xfrm>
            <a:off x="4882896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4882896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09:00 UTC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867144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Text 34"/>
          <p:cNvSpPr/>
          <p:nvPr/>
        </p:nvSpPr>
        <p:spPr>
          <a:xfrm>
            <a:off x="7004304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7004304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attempt on /health</a:t>
            </a:r>
            <a:endParaRPr lang="en-US" sz="950" dirty="0"/>
          </a:p>
        </p:txBody>
      </p:sp>
      <p:sp>
        <p:nvSpPr>
          <p:cNvPr id="42" name="Text 36"/>
          <p:cNvSpPr/>
          <p:nvPr/>
        </p:nvSpPr>
        <p:spPr>
          <a:xfrm>
            <a:off x="502920" y="46177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event, real collector — recorded in docs/live-heal-log.md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173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scraper that </a:t>
            </a:r>
            <a:r>
              <a:rPr lang="en-US" sz="44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itself</a:t>
            </a:r>
            <a:r>
              <a:rPr lang="en-US" sz="4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modelpulse-ruby.vercel.app  ·  /health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3657600"/>
            <a:ext cx="1508760" cy="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011680" y="3017520"/>
            <a:ext cx="548640" cy="64008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0" y="3017520"/>
            <a:ext cx="640080" cy="128016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200400" y="3291840"/>
            <a:ext cx="640080" cy="100584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3291840"/>
            <a:ext cx="548640" cy="36576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3657600"/>
            <a:ext cx="4251960" cy="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4160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kern="0" spc="30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 — LIVE.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</Words>
  <Application>Microsoft Office PowerPoint</Application>
  <PresentationFormat>On-screen Show (16:9)</PresentationFormat>
  <Paragraphs>57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ModelPulse — AI API Change Intelligence</dc:title>
  <dc:subject>PptxGenJS Presentation</dc:subject>
  <dc:creator>rajkumarpawar07</dc:creator>
  <cp:lastModifiedBy>Rajkumar Pawar</cp:lastModifiedBy>
  <cp:revision>2</cp:revision>
  <dcterms:created xsi:type="dcterms:W3CDTF">2026-08-22T11:48:14Z</dcterms:created>
  <dcterms:modified xsi:type="dcterms:W3CDTF">2026-08-22T12:07:37Z</dcterms:modified>
</cp:coreProperties>
</file>