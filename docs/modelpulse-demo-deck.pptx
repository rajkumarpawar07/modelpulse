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3268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SCRAPE-VERSE HACKATHON 2026  ·  BUILT WITH BRIGHT DATA SCRAPER STUDIO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8138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300" kern="0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pPr indent="0" marL="0">
              <a:buNone/>
            </a:pPr>
            <a:r>
              <a:rPr lang="en-US" sz="5800" b="1" spc="300" kern="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API Change Intelligence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272491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breaking changes in AI vendor APIs — before your code does.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3977640"/>
            <a:ext cx="1645920" cy="0"/>
          </a:xfrm>
          <a:prstGeom prst="line">
            <a:avLst/>
          </a:prstGeom>
          <a:noFill/>
          <a:ln w="28575">
            <a:solidFill>
              <a:srgbClr val="35F0B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148840" y="3154680"/>
            <a:ext cx="548640" cy="822960"/>
          </a:xfrm>
          <a:prstGeom prst="line">
            <a:avLst/>
          </a:prstGeom>
          <a:noFill/>
          <a:ln w="28575">
            <a:solidFill>
              <a:srgbClr val="35F0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97480" y="3154680"/>
            <a:ext cx="731520" cy="1554480"/>
          </a:xfrm>
          <a:prstGeom prst="line">
            <a:avLst/>
          </a:prstGeom>
          <a:noFill/>
          <a:ln w="28575">
            <a:solidFill>
              <a:srgbClr val="35F0B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429000" y="3520440"/>
            <a:ext cx="640080" cy="1188720"/>
          </a:xfrm>
          <a:prstGeom prst="line">
            <a:avLst/>
          </a:prstGeom>
          <a:noFill/>
          <a:ln w="28575">
            <a:solidFill>
              <a:srgbClr val="35F0B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69080" y="3520440"/>
            <a:ext cx="640080" cy="457200"/>
          </a:xfrm>
          <a:prstGeom prst="line">
            <a:avLst/>
          </a:prstGeom>
          <a:noFill/>
          <a:ln w="28575">
            <a:solidFill>
              <a:srgbClr val="35F0B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3977640"/>
            <a:ext cx="3931920" cy="0"/>
          </a:xfrm>
          <a:prstGeom prst="line">
            <a:avLst/>
          </a:prstGeom>
          <a:noFill/>
          <a:ln w="28575">
            <a:solidFill>
              <a:srgbClr val="35F0B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github.com/rajkumarpawar07/modelpulse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9788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IN 3 MINUTES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[01]  THE PROBLEM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find out from </a:t>
            </a:r>
            <a:pPr indent="0" marL="0">
              <a:buNone/>
            </a:pPr>
            <a:r>
              <a:rPr lang="en-US" sz="3000" b="1" dirty="0">
                <a:solidFill>
                  <a:srgbClr val="FF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logs</a:t>
            </a:r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4160520" cy="896112"/>
          </a:xfrm>
          <a:prstGeom prst="roundRect">
            <a:avLst>
              <a:gd name="adj" fmla="val 561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8132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8132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81144" y="148132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63440" y="148132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3774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29514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81144" y="23774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29514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16093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WEEKLY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18836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vendors ship breaking changes — model deprecations, parameter removals, endpoint and auth changes.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4160520" cy="896112"/>
          </a:xfrm>
          <a:prstGeom prst="roundRect">
            <a:avLst>
              <a:gd name="adj" fmla="val 561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250545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250545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81144" y="250545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50545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4015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3192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81144" y="34015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33192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26334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290779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entries get rewritten after publication. Nobody diffs them. The edit never reaches you.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3529584"/>
            <a:ext cx="4160520" cy="896112"/>
          </a:xfrm>
          <a:prstGeom prst="roundRect">
            <a:avLst>
              <a:gd name="adj" fmla="val 561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" y="352958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35295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81144" y="352958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35295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442569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3434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81144" y="442569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43434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3657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 LATE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" y="39319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time production throws, the outage already happened. The vendor told the internet — just not you.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937760" y="1481328"/>
            <a:ext cx="3703320" cy="3035808"/>
          </a:xfrm>
          <a:prstGeom prst="roundRect">
            <a:avLst>
              <a:gd name="adj" fmla="val 1657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937760" y="148132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37760" y="148132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558784" y="148132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41080" y="148132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0" y="451713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0" y="44348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558784" y="451713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641080" y="44348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66360" y="16642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“WHY NOT JUST SUBSCRIBE TO RSS?”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166360" y="2084832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48" name="Text 46"/>
          <p:cNvSpPr/>
          <p:nvPr/>
        </p:nvSpPr>
        <p:spPr>
          <a:xfrm>
            <a:off x="5321808" y="202996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these vendors publish no feed at all</a:t>
            </a:r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Mistral, Cohere, Groq, Together, Fireworks are plain HTML pages.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166360" y="2706624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50" name="Text 48"/>
          <p:cNvSpPr/>
          <p:nvPr/>
        </p:nvSpPr>
        <p:spPr>
          <a:xfrm>
            <a:off x="5321808" y="265176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 are prose, not schema</a:t>
            </a:r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change_type, no breaking flag, no version. Machines can't act on them.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166360" y="3328416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52" name="Text 50"/>
          <p:cNvSpPr/>
          <p:nvPr/>
        </p:nvSpPr>
        <p:spPr>
          <a:xfrm>
            <a:off x="5321808" y="327355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 never show edits</a:t>
            </a:r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ModelPulse diffs every field on every scrape and flags silent edits (↻ EDITED).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166360" y="3950208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54" name="Text 52"/>
          <p:cNvSpPr/>
          <p:nvPr/>
        </p:nvSpPr>
        <p:spPr>
          <a:xfrm>
            <a:off x="5321808" y="389534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 can't fail your CI build</a:t>
            </a:r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normalized API can: npm run check-breaking gates your deploy.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[02]  THE SOLUTION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radar. Ten vendors. </a:t>
            </a:r>
            <a:pPr indent="0" marL="0">
              <a:buNone/>
            </a:pPr>
            <a:r>
              <a:rPr lang="en-US" sz="3000" b="1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3566160" cy="877824"/>
          </a:xfrm>
          <a:prstGeom prst="roundRect">
            <a:avLst>
              <a:gd name="adj" fmla="val 5729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51790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1790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86784" y="151790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69080" y="151790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39572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31343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86784" y="239572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231343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7739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61872" y="16550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SCRAPER STUDIO COLLECTORS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61872" y="1929384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c_* ID per vendor, created from a single prompt each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03120" y="237744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2596896"/>
            <a:ext cx="3566160" cy="877824"/>
          </a:xfrm>
          <a:prstGeom prst="roundRect">
            <a:avLst>
              <a:gd name="adj" fmla="val 5729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59689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259689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86784" y="259689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9080" y="259689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347472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339242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86784" y="347472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9080" y="339242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28529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261872" y="273405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NORMALIZED SCHEMA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261872" y="3008376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· date · change_type · impact — in SQLite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103120" y="345643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02920" y="3675888"/>
            <a:ext cx="3566160" cy="877824"/>
          </a:xfrm>
          <a:prstGeom prst="roundRect">
            <a:avLst>
              <a:gd name="adj" fmla="val 5729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02920" y="367588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367588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986784" y="367588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9080" y="367588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455371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447141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86784" y="455371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9080" y="447141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1261872" y="38130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· DIFF · ALERT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261872" y="4087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0–100 impact, week-over-week diff, silent-edit detection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343400" y="1517904"/>
            <a:ext cx="2029968" cy="1426464"/>
          </a:xfrm>
          <a:prstGeom prst="roundRect">
            <a:avLst>
              <a:gd name="adj" fmla="val 3526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343400" y="151790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43400" y="151790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91072" y="151790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73368" y="151790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43400" y="29443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343400" y="28620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91072" y="29443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373368" y="28620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26280" y="1737360"/>
            <a:ext cx="73152" cy="73152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52" name="Text 50"/>
          <p:cNvSpPr/>
          <p:nvPr/>
        </p:nvSpPr>
        <p:spPr>
          <a:xfrm>
            <a:off x="4690872" y="16550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 SCORING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526280" y="2139696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change scored 0–100 — type, breaking flag, risk keywords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19672" y="1517904"/>
            <a:ext cx="2029968" cy="1426464"/>
          </a:xfrm>
          <a:prstGeom prst="roundRect">
            <a:avLst>
              <a:gd name="adj" fmla="val 3526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6519672" y="151790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519672" y="151790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467344" y="151790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549640" y="151790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519672" y="29443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519672" y="28620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67344" y="29443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549640" y="28620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02552" y="1737360"/>
            <a:ext cx="73152" cy="73152"/>
          </a:xfrm>
          <a:prstGeom prst="ellipse">
            <a:avLst/>
          </a:prstGeom>
          <a:solidFill>
            <a:srgbClr val="5CA8FF"/>
          </a:solidFill>
          <a:ln/>
        </p:spPr>
      </p:sp>
      <p:sp>
        <p:nvSpPr>
          <p:cNvPr id="64" name="Text 62"/>
          <p:cNvSpPr/>
          <p:nvPr/>
        </p:nvSpPr>
        <p:spPr>
          <a:xfrm>
            <a:off x="6867144" y="16550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SILENT-EDIT DETECTION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702552" y="2139696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field-level diffs recorded per scrape — ↻ EDITED badges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343400" y="3090672"/>
            <a:ext cx="2029968" cy="1426464"/>
          </a:xfrm>
          <a:prstGeom prst="roundRect">
            <a:avLst>
              <a:gd name="adj" fmla="val 3526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343400" y="309067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43400" y="30906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91072" y="309067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73368" y="30906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343400" y="451713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343400" y="44348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91072" y="451713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373368" y="44348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526280" y="3310128"/>
            <a:ext cx="73152" cy="73152"/>
          </a:xfrm>
          <a:prstGeom prst="ellipse">
            <a:avLst/>
          </a:prstGeom>
          <a:solidFill>
            <a:srgbClr val="F5C542"/>
          </a:solidFill>
          <a:ln/>
        </p:spPr>
      </p:sp>
      <p:sp>
        <p:nvSpPr>
          <p:cNvPr id="76" name="Text 74"/>
          <p:cNvSpPr/>
          <p:nvPr/>
        </p:nvSpPr>
        <p:spPr>
          <a:xfrm>
            <a:off x="4690872" y="3227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WATCHES + ALERTS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4526280" y="3712464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→ Slack / Discord / generic webhooks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519672" y="3090672"/>
            <a:ext cx="2029968" cy="1426464"/>
          </a:xfrm>
          <a:prstGeom prst="roundRect">
            <a:avLst>
              <a:gd name="adj" fmla="val 3526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6519672" y="309067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19672" y="30906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467344" y="309067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549640" y="30906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519672" y="451713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519672" y="44348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467344" y="451713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549640" y="44348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02552" y="3310128"/>
            <a:ext cx="73152" cy="73152"/>
          </a:xfrm>
          <a:prstGeom prst="ellipse">
            <a:avLst/>
          </a:prstGeom>
          <a:solidFill>
            <a:srgbClr val="5CA8FF"/>
          </a:solidFill>
          <a:ln/>
        </p:spPr>
      </p:sp>
      <p:sp>
        <p:nvSpPr>
          <p:cNvPr id="88" name="Text 86"/>
          <p:cNvSpPr/>
          <p:nvPr/>
        </p:nvSpPr>
        <p:spPr>
          <a:xfrm>
            <a:off x="6867144" y="3227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RSS · JSON API · CI GATE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6702552" y="3712464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 per vendor, CORS API, builds fail on breaking changes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[03] 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to alert — </a:t>
            </a:r>
            <a:pPr indent="0" marL="0">
              <a:buNone/>
            </a:pPr>
            <a:r>
              <a:rPr lang="en-US" sz="3000" b="1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unattended</a:t>
            </a:r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084832" y="1627632"/>
            <a:ext cx="2194560" cy="1481328"/>
          </a:xfrm>
          <a:prstGeom prst="roundRect">
            <a:avLst>
              <a:gd name="adj" fmla="val 4938"/>
            </a:avLst>
          </a:prstGeom>
          <a:solidFill>
            <a:srgbClr val="0E141B">
              <a:alpha val="60000"/>
            </a:srgbClr>
          </a:solidFill>
          <a:ln w="12700">
            <a:solidFill>
              <a:srgbClr val="35F0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2084832" y="31272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SCRAPER STUDIO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1371600" cy="1097280"/>
          </a:xfrm>
          <a:prstGeom prst="roundRect">
            <a:avLst>
              <a:gd name="adj" fmla="val 4583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2224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4520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92224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74520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2048256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12648" y="2505456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09:00 UTC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231136" y="1828800"/>
            <a:ext cx="1901952" cy="1097280"/>
          </a:xfrm>
          <a:prstGeom prst="roundRect">
            <a:avLst>
              <a:gd name="adj" fmla="val 4583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31136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31136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0792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33088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31136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31136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50792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3088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40864" y="2048256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× c_* COLLECTORS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340864" y="250545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+ auto-heal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169664" y="1828800"/>
            <a:ext cx="1371600" cy="1097280"/>
          </a:xfrm>
          <a:prstGeom prst="roundRect">
            <a:avLst>
              <a:gd name="adj" fmla="val 4583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169664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69664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58968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41264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69664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69664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58968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41264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79392" y="2048256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279392" y="2505456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schema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669280" y="1828800"/>
            <a:ext cx="1371600" cy="1097280"/>
          </a:xfrm>
          <a:prstGeom prst="roundRect">
            <a:avLst>
              <a:gd name="adj" fmla="val 4583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669280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69280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58584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040880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0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669280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58584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040880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79008" y="2048256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779008" y="2505456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heal history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278624" y="1828800"/>
            <a:ext cx="1371600" cy="1097280"/>
          </a:xfrm>
          <a:prstGeom prst="roundRect">
            <a:avLst>
              <a:gd name="adj" fmla="val 4583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278624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78624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567928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650224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78624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278624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67928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650224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88352" y="2048256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 · ALERT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7388352" y="2505456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 / CI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883664" y="22402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4142232" y="22402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5532120" y="224028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7040880" y="224028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502920" y="3520440"/>
            <a:ext cx="8138160" cy="1207008"/>
          </a:xfrm>
          <a:prstGeom prst="roundRect">
            <a:avLst>
              <a:gd name="adj" fmla="val 4167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502920" y="35204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02920" y="35204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558784" y="35204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41080" y="35204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02920" y="472744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02920" y="464515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558784" y="472744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641080" y="464515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31520" y="367588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DASHBOARD READS THE SAME DATABASE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731520" y="3931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mission-control UI — overview, timeline, analytics, and /health (collector uptime + self-healing log). The daily workflow commits the DB back to the repo, so a deployed dashboard always serves fresh data with full history.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5989320" y="367588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DETECTION SIGNALS
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· 0 rows · partial breakage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(missing fields on live rows)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[04]  BRIGHT DATA, EVERYWHERE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commands. </a:t>
            </a:r>
            <a:pPr indent="0" marL="0">
              <a:buNone/>
            </a:pPr>
            <a:r>
              <a:rPr lang="en-US" sz="3000" b="1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servers.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06040" cy="2395728"/>
          </a:xfrm>
          <a:prstGeom prst="roundRect">
            <a:avLst>
              <a:gd name="adj" fmla="val 2099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630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630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26664" y="14630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08960" y="14630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26664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0896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C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04088" y="193852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bdata scraper create &lt;url&gt; "&lt;schema&gt;"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04088" y="2450592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/dca/collector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automate_template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04088" y="2889504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collectors, one prompt each — the AI writes the scraper, you own the code.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91840" y="1463040"/>
            <a:ext cx="2606040" cy="2395728"/>
          </a:xfrm>
          <a:prstGeom prst="roundRect">
            <a:avLst>
              <a:gd name="adj" fmla="val 2099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0" y="14630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91840" y="14630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15584" y="14630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97880" y="14630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0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15584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9788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93008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AS AN API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493008" y="193852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/dca/trigger?collector=c_*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93008" y="2450592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/dca/dataset?id=j_*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493008" y="2889504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JSON from GitHub Actions. No proxies, no retries, no browsers to run.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80760" y="1463040"/>
            <a:ext cx="2606040" cy="2395728"/>
          </a:xfrm>
          <a:prstGeom prst="roundRect">
            <a:avLst>
              <a:gd name="adj" fmla="val 2099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80760" y="14630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80760" y="14630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04504" y="14630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686800" y="14630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8076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604504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68680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81928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SELF-HEAL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281928" y="193852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refactor_template {prompt}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281928" y="2450592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 → resume_automation_job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81928" y="2889504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c_* ID before and after. Nothing downstream ever changes.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2920" y="4041648"/>
            <a:ext cx="8138160" cy="713232"/>
          </a:xfrm>
          <a:prstGeom prst="roundRect">
            <a:avLst>
              <a:gd name="adj" fmla="val 7051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02920" y="404164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2920" y="404164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558784" y="404164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41080" y="404164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920" y="47548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" y="46725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558784" y="47548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641080" y="46725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1520" y="4133088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scraper is instantly a production API. </a:t>
            </a:r>
            <a:pPr indent="0" marL="0">
              <a:buNone/>
            </a:pPr>
            <a:r>
              <a:rPr lang="en-US" sz="11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c_* collector is a stable endpoint — triggered daily by cron, healed by prompt, never redeployed.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[05]  PROOF, NOT PROMISES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healed itself. </a:t>
            </a:r>
            <a:pPr indent="0" marL="0">
              <a:buNone/>
            </a:pPr>
            <a:r>
              <a:rPr lang="en-US" sz="3000" b="1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real.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5120640" cy="731520"/>
          </a:xfrm>
          <a:prstGeom prst="roundRect">
            <a:avLst>
              <a:gd name="adj" fmla="val 6875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4475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4475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41264" y="144475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23560" y="144475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17627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09397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41264" y="217627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23560" y="209397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5544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17922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 returns 29 rows — but 29/29 have change_type: null. Partial breakage: rows flow, meaning is gone.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880360" y="213969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286000"/>
            <a:ext cx="5120640" cy="731520"/>
          </a:xfrm>
          <a:prstGeom prst="roundRect">
            <a:avLst>
              <a:gd name="adj" fmla="val 6875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22860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22860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41264" y="22860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23560" y="22860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01752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293522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41264" y="301752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23560" y="293522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239572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" y="2633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refactor_template {prompt} on c_mt36bqzoxmjmuuk6y — “the page likely changed under the scraper”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880360" y="298094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3127248"/>
            <a:ext cx="5120640" cy="731520"/>
          </a:xfrm>
          <a:prstGeom prst="roundRect">
            <a:avLst>
              <a:gd name="adj" fmla="val 6875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" y="312724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12724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41264" y="312724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23560" y="312724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541264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2356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323697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3232" y="3474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resume_automation_job → ia_mt3bwk3f1l3wyn63hq — approved at the gate, never half-written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880360" y="38221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02920" y="3968496"/>
            <a:ext cx="5120640" cy="731520"/>
          </a:xfrm>
          <a:prstGeom prst="roundRect">
            <a:avLst>
              <a:gd name="adj" fmla="val 6875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02920" y="396849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396849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41264" y="396849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23560" y="396849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2920" y="470001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2920" y="461772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41264" y="470001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23560" y="461772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13232" y="407822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13232" y="4315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Re-run on the SAME c_* ID: 29 rows back, fields restored. No code change. No redeploy.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06440" y="1444752"/>
            <a:ext cx="2834640" cy="2340864"/>
          </a:xfrm>
          <a:prstGeom prst="roundRect">
            <a:avLst>
              <a:gd name="adj" fmla="val 2148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06440" y="144475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806440" y="144475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58784" y="144475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641080" y="144475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806440" y="378561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06440" y="370332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558784" y="378561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641080" y="370332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16752" y="160934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RUN, UNSUPERVISED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016752" y="1984248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62" name="Text 60"/>
          <p:cNvSpPr/>
          <p:nvPr/>
        </p:nvSpPr>
        <p:spPr>
          <a:xfrm>
            <a:off x="6163056" y="193852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skipped 6 vendors failing 3+ runs — no wasted heals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016752" y="2551176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64" name="Text 62"/>
          <p:cNvSpPr/>
          <p:nvPr/>
        </p:nvSpPr>
        <p:spPr>
          <a:xfrm>
            <a:off x="6163056" y="2505456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regeneration queued for 4 collectors missing templates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016752" y="3118104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66" name="Text 64"/>
          <p:cNvSpPr/>
          <p:nvPr/>
        </p:nvSpPr>
        <p:spPr>
          <a:xfrm>
            <a:off x="6163056" y="3072384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Transient 502s retried, not fatal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016752" y="345643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transcript → docs/live-heal-log.md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02920" y="46817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attempt is recorded in the heals table and rendered on the dashboard's /health page — the audit trail you'll see in the demo.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scraper that </a:t>
            </a:r>
            <a:pPr indent="0" marL="0">
              <a:buNone/>
            </a:pPr>
            <a:r>
              <a:rPr lang="en-US" sz="4000" b="1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 itself</a:t>
            </a:r>
            <a:pPr indent="0" marL="0">
              <a:buNone/>
            </a:pPr>
            <a:r>
              <a:rPr lang="en-US" sz="4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02920" y="23957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vendors · one schema · impact-scored · mutation-aware · CI-ready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3200400"/>
            <a:ext cx="1325880" cy="0"/>
          </a:xfrm>
          <a:prstGeom prst="line">
            <a:avLst/>
          </a:prstGeom>
          <a:noFill/>
          <a:ln w="25400">
            <a:solidFill>
              <a:srgbClr val="35F0B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828800" y="2697480"/>
            <a:ext cx="457200" cy="502920"/>
          </a:xfrm>
          <a:prstGeom prst="line">
            <a:avLst/>
          </a:prstGeom>
          <a:noFill/>
          <a:ln w="25400">
            <a:solidFill>
              <a:srgbClr val="35F0B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0" y="2697480"/>
            <a:ext cx="548640" cy="1005840"/>
          </a:xfrm>
          <a:prstGeom prst="line">
            <a:avLst/>
          </a:prstGeom>
          <a:noFill/>
          <a:ln w="25400">
            <a:solidFill>
              <a:srgbClr val="35F0B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834640" y="2999232"/>
            <a:ext cx="548640" cy="704088"/>
          </a:xfrm>
          <a:prstGeom prst="line">
            <a:avLst/>
          </a:prstGeom>
          <a:noFill/>
          <a:ln w="25400">
            <a:solidFill>
              <a:srgbClr val="35F0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2999232"/>
            <a:ext cx="457200" cy="201168"/>
          </a:xfrm>
          <a:prstGeom prst="line">
            <a:avLst/>
          </a:prstGeom>
          <a:noFill/>
          <a:ln w="25400">
            <a:solidFill>
              <a:srgbClr val="35F0B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3200400"/>
            <a:ext cx="4800600" cy="0"/>
          </a:xfrm>
          <a:prstGeom prst="line">
            <a:avLst/>
          </a:prstGeom>
          <a:noFill/>
          <a:ln w="25400">
            <a:solidFill>
              <a:srgbClr val="35F0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github.com/rajkumarpawar07/modelpulse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42793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docs/live-heal-log.md  ·  /health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09360" y="4069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 — LIVE.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ModelPulse — AI API Change Intelligence</dc:title>
  <dc:subject>PptxGenJS Presentation</dc:subject>
  <dc:creator>rajkumarpawar07</dc:creator>
  <cp:lastModifiedBy>rajkumarpawar07</cp:lastModifiedBy>
  <cp:revision>1</cp:revision>
  <dcterms:created xsi:type="dcterms:W3CDTF">2026-08-21T19:46:54Z</dcterms:created>
  <dcterms:modified xsi:type="dcterms:W3CDTF">2026-08-21T19:46:54Z</dcterms:modified>
</cp:coreProperties>
</file>