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326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SCRAPE-VERSE HACKATHON 2026  ·  BUILT WITH BRIGHT DATA SCRAPER STUDIO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pPr indent="0" marL="0">
              <a:buNone/>
            </a:pPr>
            <a:r>
              <a:rPr lang="en-US" sz="5800" b="1" spc="300" kern="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API Change Intelligence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72491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breaking changes in AI vendor APIs — before your code does.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3977640"/>
            <a:ext cx="1645920" cy="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148840" y="3154680"/>
            <a:ext cx="548640" cy="82296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3154680"/>
            <a:ext cx="731520" cy="155448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429000" y="3520440"/>
            <a:ext cx="640080" cy="118872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3520440"/>
            <a:ext cx="640080" cy="45720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3977640"/>
            <a:ext cx="3931920" cy="0"/>
          </a:xfrm>
          <a:prstGeom prst="line">
            <a:avLst/>
          </a:prstGeom>
          <a:noFill/>
          <a:ln w="28575">
            <a:solidFill>
              <a:srgbClr val="35F0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9788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IN 3 MINUTES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[01]  THE PROBLEM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from </a:t>
            </a:r>
            <a:pPr indent="0" marL="0">
              <a:buNone/>
            </a:pPr>
            <a:r>
              <a:rPr lang="en-US" sz="3000" b="1" dirty="0">
                <a:solidFill>
                  <a:srgbClr val="FF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logs</a:t>
            </a:r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81144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6344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377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29514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1144" y="2377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9514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609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1883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vendors ship breaking changes — model deprecations, parameter removals, endpoint and auth changes.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50545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50545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81144" y="250545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50545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4015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3192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81144" y="34015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3192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6334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29077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entries get rewritten after publication. Nobody diffs them. The edit never reaches you.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529584"/>
            <a:ext cx="4160520" cy="896112"/>
          </a:xfrm>
          <a:prstGeom prst="roundRect">
            <a:avLst>
              <a:gd name="adj" fmla="val 561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352958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3529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81144" y="352958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529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44256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3434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81144" y="44256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43434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 LATE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" y="39319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time production throws, the outage already happened. The vendor told the internet — just not you.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937760" y="1481328"/>
            <a:ext cx="3703320" cy="3035808"/>
          </a:xfrm>
          <a:prstGeom prst="roundRect">
            <a:avLst>
              <a:gd name="adj" fmla="val 1657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937760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3776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58784" y="14813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41080" y="148132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0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558784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4108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66360" y="1664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“WHY NOT JUST SUBSCRIBE TO RSS?”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166360" y="2084832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48" name="Text 46"/>
          <p:cNvSpPr/>
          <p:nvPr/>
        </p:nvSpPr>
        <p:spPr>
          <a:xfrm>
            <a:off x="5321808" y="202996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these vendors publish no feed at all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Mistral, Cohere, Groq, Together, Fireworks are plain HTML pages.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166360" y="2706624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0" name="Text 48"/>
          <p:cNvSpPr/>
          <p:nvPr/>
        </p:nvSpPr>
        <p:spPr>
          <a:xfrm>
            <a:off x="5321808" y="265176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are prose, not schema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change_type, no breaking flag, no version. Machines can't act on them.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166360" y="3328416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2" name="Text 50"/>
          <p:cNvSpPr/>
          <p:nvPr/>
        </p:nvSpPr>
        <p:spPr>
          <a:xfrm>
            <a:off x="5321808" y="327355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never show edits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ModelPulse diffs every field on every scrape and flags silent edits (↻ EDITED).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166360" y="3950208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4" name="Text 52"/>
          <p:cNvSpPr/>
          <p:nvPr/>
        </p:nvSpPr>
        <p:spPr>
          <a:xfrm>
            <a:off x="5321808" y="3895344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can't fail your CI build</a:t>
            </a:r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normalized API can: npm run check-breaking gates your deploy.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[02]  THE SOLUTION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radar. Ten vendors.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86784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6908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3957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31343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9572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31343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773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61872" y="16550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SCRAPER STUDIO COLLECTORS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61872" y="19293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c_* ID per vendor, created from a single prompt each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03120" y="23774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5968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5968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86784" y="25968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9080" y="25968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4747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3924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86784" y="34747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9080" y="33924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28529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261872" y="273405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NORMALIZED SCHEMA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61872" y="300837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· date · change_type · impact — in SQLite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345643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3675888"/>
            <a:ext cx="3566160" cy="877824"/>
          </a:xfrm>
          <a:prstGeom prst="roundRect">
            <a:avLst>
              <a:gd name="adj" fmla="val 5729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2920" y="367588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67588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86784" y="367588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9080" y="367588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455371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447141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86784" y="455371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447141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261872" y="38130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· DIFF · ALERT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261872" y="4087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impact, week-over-week diff, silent-edit detection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43400" y="1517904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43400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4340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91072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73368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43400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343400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91072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73368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26280" y="1737360"/>
            <a:ext cx="73152" cy="73152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52" name="Text 50"/>
          <p:cNvSpPr/>
          <p:nvPr/>
        </p:nvSpPr>
        <p:spPr>
          <a:xfrm>
            <a:off x="4690872" y="16550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 SCORING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26280" y="213969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scored 0–100 — type, breaking flag, risk keywords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19672" y="1517904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519672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519672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67344" y="1517904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49640" y="151790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519672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19672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67344" y="29443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9640" y="28620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02552" y="1737360"/>
            <a:ext cx="73152" cy="73152"/>
          </a:xfrm>
          <a:prstGeom prst="ellipse">
            <a:avLst/>
          </a:prstGeom>
          <a:solidFill>
            <a:srgbClr val="5CA8FF"/>
          </a:solidFill>
          <a:ln/>
        </p:spPr>
      </p:sp>
      <p:sp>
        <p:nvSpPr>
          <p:cNvPr id="64" name="Text 62"/>
          <p:cNvSpPr/>
          <p:nvPr/>
        </p:nvSpPr>
        <p:spPr>
          <a:xfrm>
            <a:off x="6867144" y="16550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SILENT-EDIT DETECTION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702552" y="213969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field-level diffs recorded per scrape — ↻ EDITED badges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343400" y="3090672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343400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43400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91072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73368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343400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4340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91072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373368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526280" y="3310128"/>
            <a:ext cx="73152" cy="73152"/>
          </a:xfrm>
          <a:prstGeom prst="ellipse">
            <a:avLst/>
          </a:prstGeom>
          <a:solidFill>
            <a:srgbClr val="F5C542"/>
          </a:solidFill>
          <a:ln/>
        </p:spPr>
      </p:sp>
      <p:sp>
        <p:nvSpPr>
          <p:cNvPr id="76" name="Text 74"/>
          <p:cNvSpPr/>
          <p:nvPr/>
        </p:nvSpPr>
        <p:spPr>
          <a:xfrm>
            <a:off x="4690872" y="3227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WATCHES + ALERTS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4526280" y="3712464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→ Slack / Discord / generic webhooks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519672" y="3090672"/>
            <a:ext cx="2029968" cy="1426464"/>
          </a:xfrm>
          <a:prstGeom prst="roundRect">
            <a:avLst>
              <a:gd name="adj" fmla="val 3526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6519672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19672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467344" y="30906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549640" y="30906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519672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519672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467344" y="451713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549640" y="44348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02552" y="3310128"/>
            <a:ext cx="73152" cy="73152"/>
          </a:xfrm>
          <a:prstGeom prst="ellipse">
            <a:avLst/>
          </a:prstGeom>
          <a:solidFill>
            <a:srgbClr val="5CA8FF"/>
          </a:solidFill>
          <a:ln/>
        </p:spPr>
      </p:sp>
      <p:sp>
        <p:nvSpPr>
          <p:cNvPr id="88" name="Text 86"/>
          <p:cNvSpPr/>
          <p:nvPr/>
        </p:nvSpPr>
        <p:spPr>
          <a:xfrm>
            <a:off x="6867144" y="3227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 · JSON API · CI GATE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6702552" y="3712464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per vendor, CORS API, builds fail on breaking changes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[03] 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to alert —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84832" y="1627632"/>
            <a:ext cx="2194560" cy="1481328"/>
          </a:xfrm>
          <a:prstGeom prst="roundRect">
            <a:avLst>
              <a:gd name="adj" fmla="val 4938"/>
            </a:avLst>
          </a:prstGeom>
          <a:solidFill>
            <a:srgbClr val="0E141B">
              <a:alpha val="60000"/>
            </a:srgbClr>
          </a:solidFill>
          <a:ln w="12700">
            <a:solidFill>
              <a:srgbClr val="35F0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84832" y="31272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SCRAPER STUDIO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222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9222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09:00 UTC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31136" y="1828800"/>
            <a:ext cx="1901952" cy="1097280"/>
          </a:xfrm>
          <a:prstGeom prst="roundRect">
            <a:avLst>
              <a:gd name="adj" fmla="val 4583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31136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31136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0792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33088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31136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31136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40864" y="204825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× c_* COLLECTORS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340864" y="250545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+ auto-heal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169664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6966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6966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58968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4126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6966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6966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58968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4126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79392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279392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schema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669280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669280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858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0880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0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5858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40880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79008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779008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heal history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78624" y="1828800"/>
            <a:ext cx="1371600" cy="1097280"/>
          </a:xfrm>
          <a:prstGeom prst="roundRect">
            <a:avLst>
              <a:gd name="adj" fmla="val 4583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278624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7862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567928" y="18288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50224" y="18288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78624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7862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67928" y="29260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50224" y="28437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88352" y="2048256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 · ALERT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388352" y="2505456"/>
            <a:ext cx="1152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/ CI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883664" y="2240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142232" y="2240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532120" y="22402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040880" y="22402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2920" y="3520440"/>
            <a:ext cx="8138160" cy="1207008"/>
          </a:xfrm>
          <a:prstGeom prst="roundRect">
            <a:avLst>
              <a:gd name="adj" fmla="val 4167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502920" y="3520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2920" y="35204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58784" y="35204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41080" y="35204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02920" y="47274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02920" y="46451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558784" y="47274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641080" y="46451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31520" y="3675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DASHBOARD READS THE SAME DATABASE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315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mission-control UI — overview, timeline, analytics, and /health (collector uptime + self-healing log). The daily workflow commits the DB back to the repo, so a deployed dashboard always serves fresh data with full history.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989320" y="36758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DETECTION SIGNALS
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· 0 rows · partial breakage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(missing fields on live rows)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[04]  BRIGHT DATA, EVERYWHERE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commands.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servers.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2666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0896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2666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0408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bdata scraper create &lt;url&gt; "&lt;schema&gt;"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408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/dca/collector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automate_template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0408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collectors, one prompt each — the AI writes the scraper, you own the code.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558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558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9788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AS AN API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49300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/dca/trigger?collector=c_*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9300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/dca/dataset?id=j_*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49300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JSON from GitHub Actions. No proxies, no retries, no browsers to run.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80760" y="1463040"/>
            <a:ext cx="2606040" cy="2395728"/>
          </a:xfrm>
          <a:prstGeom prst="roundRect">
            <a:avLst>
              <a:gd name="adj" fmla="val 2099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0760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04504" y="146304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0" y="146304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807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0450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8192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SELF-HEAL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281928" y="193852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refactor_template {prompt}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81928" y="24505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 → resume_automation_job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81928" y="2889504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c_* ID before and after. Nothing downstream ever changes.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4041648"/>
            <a:ext cx="8138160" cy="713232"/>
          </a:xfrm>
          <a:prstGeom prst="roundRect">
            <a:avLst>
              <a:gd name="adj" fmla="val 7051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02920" y="40416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0416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558784" y="40416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40416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7548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4672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58784" y="475488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41080" y="467258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413308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scraper is instantly a production API. </a:t>
            </a:r>
            <a:pPr indent="0" marL="0">
              <a:buNone/>
            </a:pPr>
            <a:r>
              <a:rPr lang="en-US" sz="11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c_* collector is a stable endpoint — triggered daily by cron, healed by prompt, never redeployed.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[05]  PROOF, NOT PROMISES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healed itself. </a:t>
            </a:r>
            <a:pPr indent="0" marL="0">
              <a:buNone/>
            </a:pPr>
            <a:r>
              <a:rPr lang="en-US" sz="3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41264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2356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1762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09397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41264" y="217627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23560" y="209397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5544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17922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returns 29 rows — but 29/29 have change_type: null. Partial breakage: rows flow, meaning is gone.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880360" y="21396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286000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22860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2860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41264" y="228600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23560" y="228600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175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9352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41264" y="3017520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23560" y="2935224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239572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2633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refactor_template {prompt} on c_mt36bqzoxmjmuuk6y — “the page likely changed under the scraper”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880360" y="298094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127248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" y="31272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1272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41264" y="312724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23560" y="3127248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41264" y="3858768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23560" y="377647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323697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3232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resume_automation_job → ia_mt3bwk3f1l3wyn63hq — approved at the gate, never half-written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880360" y="38221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2920" y="3968496"/>
            <a:ext cx="5120640" cy="731520"/>
          </a:xfrm>
          <a:prstGeom prst="roundRect">
            <a:avLst>
              <a:gd name="adj" fmla="val 687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02920" y="39684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39684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41264" y="396849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23560" y="3968496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7000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" y="46177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41264" y="47000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23560" y="46177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407822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13232" y="4315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 on the SAME c_* ID: 29 rows back, fields restored. No code change. No redeploy.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06440" y="1444752"/>
            <a:ext cx="2834640" cy="2340864"/>
          </a:xfrm>
          <a:prstGeom prst="roundRect">
            <a:avLst>
              <a:gd name="adj" fmla="val 2148"/>
            </a:avLst>
          </a:prstGeom>
          <a:solidFill>
            <a:srgbClr val="0E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06440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0644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58784" y="1444752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41080" y="1444752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06440" y="37856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6440" y="37033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58784" y="3785616"/>
            <a:ext cx="82296" cy="0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41080" y="3703320"/>
            <a:ext cx="0" cy="82296"/>
          </a:xfrm>
          <a:prstGeom prst="line">
            <a:avLst/>
          </a:prstGeom>
          <a:noFill/>
          <a:ln w="12700">
            <a:solidFill>
              <a:srgbClr val="3A4E5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16752" y="16093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RUN, UNSUPERVISED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016752" y="1984248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2" name="Text 60"/>
          <p:cNvSpPr/>
          <p:nvPr/>
        </p:nvSpPr>
        <p:spPr>
          <a:xfrm>
            <a:off x="6163056" y="193852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cooldown — one attempt per vendor per window, no wasted heals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016752" y="2551176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4" name="Text 62"/>
          <p:cNvSpPr/>
          <p:nvPr/>
        </p:nvSpPr>
        <p:spPr>
          <a:xfrm>
            <a:off x="6163056" y="2505456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regeneration queued for 4 collectors missing templates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016752" y="3118104"/>
            <a:ext cx="54864" cy="54864"/>
          </a:xfrm>
          <a:prstGeom prst="ellipse">
            <a:avLst/>
          </a:prstGeom>
          <a:solidFill>
            <a:srgbClr val="35F0B4"/>
          </a:solidFill>
          <a:ln/>
        </p:spPr>
      </p:sp>
      <p:sp>
        <p:nvSpPr>
          <p:cNvPr id="66" name="Text 64"/>
          <p:cNvSpPr/>
          <p:nvPr/>
        </p:nvSpPr>
        <p:spPr>
          <a:xfrm>
            <a:off x="6163056" y="3072384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Transient 502s retried, not fatal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016752" y="345643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transcript → docs/live-heal-log.md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02920" y="4681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attempt is recorded in the heals table and rendered on the dashboard's /health page — the audit trail you'll see in the demo.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scraper that </a:t>
            </a:r>
            <a:pPr indent="0" marL="0">
              <a:buNone/>
            </a:pPr>
            <a:r>
              <a:rPr lang="en-US" sz="40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itself</a:t>
            </a:r>
            <a:pPr indent="0" marL="0">
              <a:buNone/>
            </a:pPr>
            <a:r>
              <a:rPr lang="en-US" sz="4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23957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vendors · one schema · impact-scored · mutation-aware · CI-ready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3200400"/>
            <a:ext cx="1325880" cy="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828800" y="2697480"/>
            <a:ext cx="457200" cy="50292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2697480"/>
            <a:ext cx="548640" cy="100584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834640" y="2999232"/>
            <a:ext cx="548640" cy="704088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2999232"/>
            <a:ext cx="457200" cy="201168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3200400"/>
            <a:ext cx="4800600" cy="0"/>
          </a:xfrm>
          <a:prstGeom prst="line">
            <a:avLst/>
          </a:prstGeom>
          <a:noFill/>
          <a:ln w="25400">
            <a:solidFill>
              <a:srgbClr val="35F0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279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docs/live-heal-log.md  ·  /health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9360" y="4069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 — LIVE.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ModelPulse — AI API Change Intelligence</dc:title>
  <dc:subject>PptxGenJS Presentation</dc:subject>
  <dc:creator>rajkumarpawar07</dc:creator>
  <cp:lastModifiedBy>rajkumarpawar07</cp:lastModifiedBy>
  <cp:revision>1</cp:revision>
  <dcterms:created xsi:type="dcterms:W3CDTF">2026-08-22T09:36:27Z</dcterms:created>
  <dcterms:modified xsi:type="dcterms:W3CDTF">2026-08-22T09:36:27Z</dcterms:modified>
</cp:coreProperties>
</file>