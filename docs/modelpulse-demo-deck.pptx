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809244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SCRAPE-VERSE HACKATHON 2026 · BRIGHT DATA SCRAPER STUDIO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502920" y="1371600"/>
            <a:ext cx="8138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300" kern="0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</a:t>
            </a:r>
            <a:pPr indent="0" marL="0">
              <a:buNone/>
            </a:pPr>
            <a:r>
              <a:rPr lang="en-US" sz="6600" b="1" spc="300" kern="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502920" y="248716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Catch breaking changes in AI vendor APIs — before your code does.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3566160"/>
            <a:ext cx="1783080" cy="0"/>
          </a:xfrm>
          <a:prstGeom prst="line">
            <a:avLst/>
          </a:prstGeom>
          <a:noFill/>
          <a:ln w="88900">
            <a:solidFill>
              <a:srgbClr val="1B5C4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2286000" y="2560320"/>
            <a:ext cx="594360" cy="1005840"/>
          </a:xfrm>
          <a:prstGeom prst="line">
            <a:avLst/>
          </a:prstGeom>
          <a:noFill/>
          <a:ln w="88900">
            <a:solidFill>
              <a:srgbClr val="1B5C4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880360" y="2560320"/>
            <a:ext cx="822960" cy="2011680"/>
          </a:xfrm>
          <a:prstGeom prst="line">
            <a:avLst/>
          </a:prstGeom>
          <a:noFill/>
          <a:ln w="88900">
            <a:solidFill>
              <a:srgbClr val="1B5C4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703320" y="3063240"/>
            <a:ext cx="731520" cy="1508760"/>
          </a:xfrm>
          <a:prstGeom prst="line">
            <a:avLst/>
          </a:prstGeom>
          <a:noFill/>
          <a:ln w="88900">
            <a:solidFill>
              <a:srgbClr val="1B5C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3063240"/>
            <a:ext cx="640080" cy="502920"/>
          </a:xfrm>
          <a:prstGeom prst="line">
            <a:avLst/>
          </a:prstGeom>
          <a:noFill/>
          <a:ln w="88900">
            <a:solidFill>
              <a:srgbClr val="1B5C4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74920" y="3566160"/>
            <a:ext cx="3566160" cy="0"/>
          </a:xfrm>
          <a:prstGeom prst="line">
            <a:avLst/>
          </a:prstGeom>
          <a:noFill/>
          <a:ln w="88900">
            <a:solidFill>
              <a:srgbClr val="1B5C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3566160"/>
            <a:ext cx="1783080" cy="0"/>
          </a:xfrm>
          <a:prstGeom prst="line">
            <a:avLst/>
          </a:prstGeom>
          <a:noFill/>
          <a:ln w="38100">
            <a:solidFill>
              <a:srgbClr val="35F0B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286000" y="2560320"/>
            <a:ext cx="594360" cy="1005840"/>
          </a:xfrm>
          <a:prstGeom prst="line">
            <a:avLst/>
          </a:prstGeom>
          <a:noFill/>
          <a:ln w="38100">
            <a:solidFill>
              <a:srgbClr val="35F0B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80360" y="2560320"/>
            <a:ext cx="822960" cy="2011680"/>
          </a:xfrm>
          <a:prstGeom prst="line">
            <a:avLst/>
          </a:prstGeom>
          <a:noFill/>
          <a:ln w="38100">
            <a:solidFill>
              <a:srgbClr val="35F0B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3703320" y="3063240"/>
            <a:ext cx="731520" cy="1508760"/>
          </a:xfrm>
          <a:prstGeom prst="line">
            <a:avLst/>
          </a:prstGeom>
          <a:noFill/>
          <a:ln w="38100">
            <a:solidFill>
              <a:srgbClr val="35F0B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34840" y="3063240"/>
            <a:ext cx="640080" cy="502920"/>
          </a:xfrm>
          <a:prstGeom prst="line">
            <a:avLst/>
          </a:prstGeom>
          <a:noFill/>
          <a:ln w="38100">
            <a:solidFill>
              <a:srgbClr val="35F0B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074920" y="3566160"/>
            <a:ext cx="3566160" cy="0"/>
          </a:xfrm>
          <a:prstGeom prst="line">
            <a:avLst/>
          </a:prstGeom>
          <a:noFill/>
          <a:ln w="38100">
            <a:solidFill>
              <a:srgbClr val="35F0B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" y="44348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modelpulse-ruby.vercel.app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623560" y="44348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200" kern="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DEMO IN 90 SECONDS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radar. Ten vendors.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024128"/>
            <a:ext cx="2606040" cy="475488"/>
          </a:xfrm>
          <a:prstGeom prst="roundRect">
            <a:avLst>
              <a:gd name="adj" fmla="val 11538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1133856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" y="1024128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breaking changes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291840" y="1024128"/>
            <a:ext cx="2606040" cy="475488"/>
          </a:xfrm>
          <a:prstGeom prst="roundRect">
            <a:avLst>
              <a:gd name="adj" fmla="val 11538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856" y="1133856"/>
            <a:ext cx="256032" cy="256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767328" y="1024128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edits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080760" y="1024128"/>
            <a:ext cx="2606040" cy="475488"/>
          </a:xfrm>
          <a:prstGeom prst="roundRect">
            <a:avLst>
              <a:gd name="adj" fmla="val 11538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776" y="1133856"/>
            <a:ext cx="256032" cy="25603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556248" y="1024128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 out from error logs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1691640" y="1938528"/>
            <a:ext cx="2514600" cy="1783080"/>
          </a:xfrm>
          <a:prstGeom prst="roundRect">
            <a:avLst>
              <a:gd name="adj" fmla="val 4103"/>
            </a:avLst>
          </a:prstGeom>
          <a:solidFill>
            <a:srgbClr val="0D141B">
              <a:alpha val="70000"/>
            </a:srgbClr>
          </a:solidFill>
          <a:ln w="15875">
            <a:solidFill>
              <a:srgbClr val="35F0B4"/>
            </a:solidFill>
            <a:prstDash val="dash"/>
          </a:ln>
        </p:spPr>
      </p:sp>
      <p:sp>
        <p:nvSpPr>
          <p:cNvPr id="13" name="Text 8"/>
          <p:cNvSpPr/>
          <p:nvPr/>
        </p:nvSpPr>
        <p:spPr>
          <a:xfrm>
            <a:off x="1691640" y="374904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BRIGHT DATA SCRAPER STUDIO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502920" y="2286000"/>
            <a:ext cx="1005840" cy="1097280"/>
          </a:xfrm>
          <a:prstGeom prst="roundRect">
            <a:avLst>
              <a:gd name="adj" fmla="val 5455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502920" y="2395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502920" y="287121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VENDORS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1920240" y="2286000"/>
            <a:ext cx="2057400" cy="1097280"/>
          </a:xfrm>
          <a:prstGeom prst="roundRect">
            <a:avLst>
              <a:gd name="adj" fmla="val 5000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1920240" y="2286000"/>
            <a:ext cx="82296" cy="0"/>
          </a:xfrm>
          <a:prstGeom prst="line">
            <a:avLst/>
          </a:prstGeom>
          <a:noFill/>
          <a:ln w="12700">
            <a:solidFill>
              <a:srgbClr val="35F0B4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1920240" y="2286000"/>
            <a:ext cx="0" cy="82296"/>
          </a:xfrm>
          <a:prstGeom prst="line">
            <a:avLst/>
          </a:prstGeom>
          <a:noFill/>
          <a:ln w="12700">
            <a:solidFill>
              <a:srgbClr val="35F0B4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895344" y="2286000"/>
            <a:ext cx="82296" cy="0"/>
          </a:xfrm>
          <a:prstGeom prst="line">
            <a:avLst/>
          </a:prstGeom>
          <a:noFill/>
          <a:ln w="12700">
            <a:solidFill>
              <a:srgbClr val="35F0B4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3977640" y="2286000"/>
            <a:ext cx="0" cy="82296"/>
          </a:xfrm>
          <a:prstGeom prst="line">
            <a:avLst/>
          </a:prstGeom>
          <a:noFill/>
          <a:ln w="12700">
            <a:solidFill>
              <a:srgbClr val="35F0B4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1920240" y="3383280"/>
            <a:ext cx="82296" cy="0"/>
          </a:xfrm>
          <a:prstGeom prst="line">
            <a:avLst/>
          </a:prstGeom>
          <a:noFill/>
          <a:ln w="12700">
            <a:solidFill>
              <a:srgbClr val="35F0B4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1920240" y="3300984"/>
            <a:ext cx="0" cy="82296"/>
          </a:xfrm>
          <a:prstGeom prst="line">
            <a:avLst/>
          </a:prstGeom>
          <a:noFill/>
          <a:ln w="12700">
            <a:solidFill>
              <a:srgbClr val="35F0B4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3895344" y="3383280"/>
            <a:ext cx="82296" cy="0"/>
          </a:xfrm>
          <a:prstGeom prst="line">
            <a:avLst/>
          </a:prstGeom>
          <a:noFill/>
          <a:ln w="12700">
            <a:solidFill>
              <a:srgbClr val="35F0B4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3977640" y="3300984"/>
            <a:ext cx="0" cy="82296"/>
          </a:xfrm>
          <a:prstGeom prst="line">
            <a:avLst/>
          </a:prstGeom>
          <a:noFill/>
          <a:ln w="12700">
            <a:solidFill>
              <a:srgbClr val="35F0B4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1920240" y="237744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c_*</a:t>
            </a:r>
            <a:endParaRPr lang="en-US" sz="2600" dirty="0"/>
          </a:p>
        </p:txBody>
      </p:sp>
      <p:sp>
        <p:nvSpPr>
          <p:cNvPr id="27" name="Text 22"/>
          <p:cNvSpPr/>
          <p:nvPr/>
        </p:nvSpPr>
        <p:spPr>
          <a:xfrm>
            <a:off x="1920240" y="2926080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SELF-HEALING COLLECTORS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4526280" y="2286000"/>
            <a:ext cx="1554480" cy="1097280"/>
          </a:xfrm>
          <a:prstGeom prst="roundRect">
            <a:avLst>
              <a:gd name="adj" fmla="val 5000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9" name="Text 24"/>
          <p:cNvSpPr/>
          <p:nvPr/>
        </p:nvSpPr>
        <p:spPr>
          <a:xfrm>
            <a:off x="4526280" y="2432304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NORMALIZE</a:t>
            </a:r>
            <a:endParaRPr lang="en-US" sz="1050" dirty="0"/>
          </a:p>
        </p:txBody>
      </p:sp>
      <p:sp>
        <p:nvSpPr>
          <p:cNvPr id="30" name="Text 25"/>
          <p:cNvSpPr/>
          <p:nvPr/>
        </p:nvSpPr>
        <p:spPr>
          <a:xfrm>
            <a:off x="4526280" y="27249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schema · impact 0–100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400800" y="2286000"/>
            <a:ext cx="914400" cy="1097280"/>
          </a:xfrm>
          <a:prstGeom prst="roundRect">
            <a:avLst>
              <a:gd name="adj" fmla="val 6000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6832" y="2432304"/>
            <a:ext cx="402336" cy="402336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6355080" y="290779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history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1481328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Text 29"/>
          <p:cNvSpPr/>
          <p:nvPr/>
        </p:nvSpPr>
        <p:spPr>
          <a:xfrm>
            <a:off x="3986784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6" name="Text 30"/>
          <p:cNvSpPr/>
          <p:nvPr/>
        </p:nvSpPr>
        <p:spPr>
          <a:xfrm>
            <a:off x="6089904" y="2651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Shape 31"/>
          <p:cNvSpPr/>
          <p:nvPr/>
        </p:nvSpPr>
        <p:spPr>
          <a:xfrm>
            <a:off x="685800" y="397764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087368"/>
            <a:ext cx="347472" cy="347472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685800" y="449884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SLACK ALERTS</a:t>
            </a:r>
            <a:endParaRPr lang="en-US" sz="850" dirty="0"/>
          </a:p>
        </p:txBody>
      </p:sp>
      <p:sp>
        <p:nvSpPr>
          <p:cNvPr id="40" name="Shape 33"/>
          <p:cNvSpPr/>
          <p:nvPr/>
        </p:nvSpPr>
        <p:spPr>
          <a:xfrm>
            <a:off x="2651760" y="397764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</p:spPr>
      </p:sp>
      <p:pic>
        <p:nvPicPr>
          <p:cNvPr id="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4087368"/>
            <a:ext cx="347472" cy="347472"/>
          </a:xfrm>
          <a:prstGeom prst="rect">
            <a:avLst/>
          </a:prstGeom>
        </p:spPr>
      </p:pic>
      <p:sp>
        <p:nvSpPr>
          <p:cNvPr id="42" name="Text 34"/>
          <p:cNvSpPr/>
          <p:nvPr/>
        </p:nvSpPr>
        <p:spPr>
          <a:xfrm>
            <a:off x="2651760" y="449884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FAILS CI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4617720" y="397764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</p:spPr>
      </p:sp>
      <p:pic>
        <p:nvPicPr>
          <p:cNvPr id="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0056" y="4087368"/>
            <a:ext cx="347472" cy="347472"/>
          </a:xfrm>
          <a:prstGeom prst="rect">
            <a:avLst/>
          </a:prstGeom>
        </p:spPr>
      </p:pic>
      <p:sp>
        <p:nvSpPr>
          <p:cNvPr id="45" name="Text 36"/>
          <p:cNvSpPr/>
          <p:nvPr/>
        </p:nvSpPr>
        <p:spPr>
          <a:xfrm>
            <a:off x="4617720" y="449884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RSS</a:t>
            </a:r>
            <a:endParaRPr lang="en-US" sz="850" dirty="0"/>
          </a:p>
        </p:txBody>
      </p:sp>
      <p:sp>
        <p:nvSpPr>
          <p:cNvPr id="46" name="Shape 37"/>
          <p:cNvSpPr/>
          <p:nvPr/>
        </p:nvSpPr>
        <p:spPr>
          <a:xfrm>
            <a:off x="6583680" y="397764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6016" y="4087368"/>
            <a:ext cx="347472" cy="347472"/>
          </a:xfrm>
          <a:prstGeom prst="rect">
            <a:avLst/>
          </a:prstGeom>
        </p:spPr>
      </p:pic>
      <p:sp>
        <p:nvSpPr>
          <p:cNvPr id="48" name="Text 38"/>
          <p:cNvSpPr/>
          <p:nvPr/>
        </p:nvSpPr>
        <p:spPr>
          <a:xfrm>
            <a:off x="6583680" y="449884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 API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Detect. Heal. Recover. Unattended.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1874520" cy="2103120"/>
          </a:xfrm>
          <a:prstGeom prst="roundRect">
            <a:avLst>
              <a:gd name="adj" fmla="val 2927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67512" y="1371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78992" y="1691640"/>
            <a:ext cx="731520" cy="731520"/>
          </a:xfrm>
          <a:prstGeom prst="ellipse">
            <a:avLst/>
          </a:prstGeom>
          <a:solidFill>
            <a:srgbClr val="121A22"/>
          </a:solidFill>
          <a:ln w="19050">
            <a:solidFill>
              <a:srgbClr val="F5C54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1872" y="18745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54203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2834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29/29 rows missing change_type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233172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2624328" y="1234440"/>
            <a:ext cx="1874520" cy="2103120"/>
          </a:xfrm>
          <a:prstGeom prst="roundRect">
            <a:avLst>
              <a:gd name="adj" fmla="val 2927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788920" y="1371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200400" y="1691640"/>
            <a:ext cx="731520" cy="731520"/>
          </a:xfrm>
          <a:prstGeom prst="ellipse">
            <a:avLst/>
          </a:prstGeom>
          <a:solidFill>
            <a:srgbClr val="121A22"/>
          </a:solidFill>
          <a:ln w="19050">
            <a:solidFill>
              <a:srgbClr val="5CA8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87452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24328" y="254203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CA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2715768" y="2834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prompt · same c_* ID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4453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4745736" y="1234440"/>
            <a:ext cx="1874520" cy="2103120"/>
          </a:xfrm>
          <a:prstGeom prst="roundRect">
            <a:avLst>
              <a:gd name="adj" fmla="val 2927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4910328" y="1371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5321808" y="1691640"/>
            <a:ext cx="731520" cy="731520"/>
          </a:xfrm>
          <a:prstGeom prst="ellipse">
            <a:avLst/>
          </a:prstGeom>
          <a:solidFill>
            <a:srgbClr val="121A22"/>
          </a:solidFill>
          <a:ln w="19050">
            <a:solidFill>
              <a:srgbClr val="EDF2F7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4688" y="187452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745736" y="254203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4837176" y="2834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gate · never half-written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657453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19"/>
          <p:cNvSpPr/>
          <p:nvPr/>
        </p:nvSpPr>
        <p:spPr>
          <a:xfrm>
            <a:off x="6867144" y="1234440"/>
            <a:ext cx="1874520" cy="2103120"/>
          </a:xfrm>
          <a:prstGeom prst="roundRect">
            <a:avLst>
              <a:gd name="adj" fmla="val 2927"/>
            </a:avLst>
          </a:prstGeom>
          <a:solidFill>
            <a:srgbClr val="0D141B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7031736" y="1371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7443216" y="1691640"/>
            <a:ext cx="731520" cy="731520"/>
          </a:xfrm>
          <a:prstGeom prst="ellipse">
            <a:avLst/>
          </a:prstGeom>
          <a:solidFill>
            <a:srgbClr val="121A22"/>
          </a:solidFill>
          <a:ln w="19050">
            <a:solidFill>
              <a:srgbClr val="35F0B4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6096" y="1874520"/>
            <a:ext cx="365760" cy="36576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67144" y="254203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RECOVER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6958584" y="28346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rows back · 0 code changes</a:t>
            </a:r>
            <a:endParaRPr lang="en-US" sz="950" dirty="0"/>
          </a:p>
        </p:txBody>
      </p:sp>
      <p:sp>
        <p:nvSpPr>
          <p:cNvPr id="30" name="Shape 24"/>
          <p:cNvSpPr/>
          <p:nvPr/>
        </p:nvSpPr>
        <p:spPr>
          <a:xfrm>
            <a:off x="502920" y="3703320"/>
            <a:ext cx="1874520" cy="713232"/>
          </a:xfrm>
          <a:prstGeom prst="roundRect">
            <a:avLst>
              <a:gd name="adj" fmla="val 7692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1" name="Text 25"/>
          <p:cNvSpPr/>
          <p:nvPr/>
        </p:nvSpPr>
        <p:spPr>
          <a:xfrm>
            <a:off x="640080" y="378561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COLLECTOR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640080" y="39684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c_mt36bqzoxmjmuuk6y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2624328" y="3703320"/>
            <a:ext cx="1874520" cy="713232"/>
          </a:xfrm>
          <a:prstGeom prst="roundRect">
            <a:avLst>
              <a:gd name="adj" fmla="val 7692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Text 28"/>
          <p:cNvSpPr/>
          <p:nvPr/>
        </p:nvSpPr>
        <p:spPr>
          <a:xfrm>
            <a:off x="2761488" y="378561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 JOB</a:t>
            </a:r>
            <a:endParaRPr lang="en-US" sz="800" dirty="0"/>
          </a:p>
        </p:txBody>
      </p:sp>
      <p:sp>
        <p:nvSpPr>
          <p:cNvPr id="35" name="Text 29"/>
          <p:cNvSpPr/>
          <p:nvPr/>
        </p:nvSpPr>
        <p:spPr>
          <a:xfrm>
            <a:off x="2761488" y="39684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ia_mt3bwk3f1l3wyn63hq</a:t>
            </a:r>
            <a:endParaRPr lang="en-US" sz="950" dirty="0"/>
          </a:p>
        </p:txBody>
      </p:sp>
      <p:sp>
        <p:nvSpPr>
          <p:cNvPr id="36" name="Shape 30"/>
          <p:cNvSpPr/>
          <p:nvPr/>
        </p:nvSpPr>
        <p:spPr>
          <a:xfrm>
            <a:off x="4745736" y="3703320"/>
            <a:ext cx="1874520" cy="713232"/>
          </a:xfrm>
          <a:prstGeom prst="roundRect">
            <a:avLst>
              <a:gd name="adj" fmla="val 7692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7" name="Text 31"/>
          <p:cNvSpPr/>
          <p:nvPr/>
        </p:nvSpPr>
        <p:spPr>
          <a:xfrm>
            <a:off x="4882896" y="378561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4882896" y="39684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daily 09:00 UTC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867144" y="3703320"/>
            <a:ext cx="1874520" cy="713232"/>
          </a:xfrm>
          <a:prstGeom prst="roundRect">
            <a:avLst>
              <a:gd name="adj" fmla="val 7692"/>
            </a:avLst>
          </a:prstGeom>
          <a:solidFill>
            <a:srgbClr val="121A22"/>
          </a:solidFill>
          <a:ln w="9525">
            <a:solidFill>
              <a:srgbClr val="2431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0" name="Text 34"/>
          <p:cNvSpPr/>
          <p:nvPr/>
        </p:nvSpPr>
        <p:spPr>
          <a:xfrm>
            <a:off x="7004304" y="3785616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</a:t>
            </a:r>
            <a:endParaRPr lang="en-US" sz="800" dirty="0"/>
          </a:p>
        </p:txBody>
      </p:sp>
      <p:sp>
        <p:nvSpPr>
          <p:cNvPr id="41" name="Text 35"/>
          <p:cNvSpPr/>
          <p:nvPr/>
        </p:nvSpPr>
        <p:spPr>
          <a:xfrm>
            <a:off x="7004304" y="396849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DF2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attempt on /health</a:t>
            </a:r>
            <a:endParaRPr lang="en-US" sz="950" dirty="0"/>
          </a:p>
        </p:txBody>
      </p:sp>
      <p:sp>
        <p:nvSpPr>
          <p:cNvPr id="42" name="Text 36"/>
          <p:cNvSpPr/>
          <p:nvPr/>
        </p:nvSpPr>
        <p:spPr>
          <a:xfrm>
            <a:off x="502920" y="461772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56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event, real collector — recorded in docs/live-heal-log.md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1732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scraper that </a:t>
            </a:r>
            <a:pPr indent="0" marL="0">
              <a:buNone/>
            </a:pPr>
            <a:r>
              <a:rPr lang="en-US" sz="4400" b="1" dirty="0">
                <a:solidFill>
                  <a:srgbClr val="35F0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fixes itself</a:t>
            </a:r>
            <a:pPr indent="0" marL="0">
              <a:buNone/>
            </a:pPr>
            <a:r>
              <a:rPr lang="en-US" sz="4400" b="1" dirty="0">
                <a:solidFill>
                  <a:srgbClr val="EDF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02920" y="2377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5B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github.com/rajkumarpawar07/modelpulse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2697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modelpulse-ruby.vercel.app  ·  /health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3657600"/>
            <a:ext cx="1508760" cy="0"/>
          </a:xfrm>
          <a:prstGeom prst="line">
            <a:avLst/>
          </a:prstGeom>
          <a:noFill/>
          <a:ln w="31750">
            <a:solidFill>
              <a:srgbClr val="35F0B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011680" y="3017520"/>
            <a:ext cx="548640" cy="640080"/>
          </a:xfrm>
          <a:prstGeom prst="line">
            <a:avLst/>
          </a:prstGeom>
          <a:noFill/>
          <a:ln w="31750">
            <a:solidFill>
              <a:srgbClr val="35F0B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560320" y="3017520"/>
            <a:ext cx="640080" cy="1280160"/>
          </a:xfrm>
          <a:prstGeom prst="line">
            <a:avLst/>
          </a:prstGeom>
          <a:noFill/>
          <a:ln w="31750">
            <a:solidFill>
              <a:srgbClr val="35F0B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200400" y="3291840"/>
            <a:ext cx="640080" cy="1005840"/>
          </a:xfrm>
          <a:prstGeom prst="line">
            <a:avLst/>
          </a:prstGeom>
          <a:noFill/>
          <a:ln w="31750">
            <a:solidFill>
              <a:srgbClr val="35F0B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0" y="3291840"/>
            <a:ext cx="548640" cy="365760"/>
          </a:xfrm>
          <a:prstGeom prst="line">
            <a:avLst/>
          </a:prstGeom>
          <a:noFill/>
          <a:ln w="31750">
            <a:solidFill>
              <a:srgbClr val="35F0B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0" y="3657600"/>
            <a:ext cx="4251960" cy="0"/>
          </a:xfrm>
          <a:prstGeom prst="line">
            <a:avLst/>
          </a:prstGeom>
          <a:noFill/>
          <a:ln w="31750">
            <a:solidFill>
              <a:srgbClr val="35F0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41605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spc="300" kern="0" dirty="0">
                <a:solidFill>
                  <a:srgbClr val="35F0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NOW — LIVE.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ModelPulse — AI API Change Intelligence</dc:title>
  <dc:subject>PptxGenJS Presentation</dc:subject>
  <dc:creator>rajkumarpawar07</dc:creator>
  <cp:lastModifiedBy>rajkumarpawar07</cp:lastModifiedBy>
  <cp:revision>1</cp:revision>
  <dcterms:created xsi:type="dcterms:W3CDTF">2026-08-22T11:31:16Z</dcterms:created>
  <dcterms:modified xsi:type="dcterms:W3CDTF">2026-08-22T11:31:16Z</dcterms:modified>
</cp:coreProperties>
</file>