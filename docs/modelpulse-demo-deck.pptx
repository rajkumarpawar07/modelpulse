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80924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SCRAPE-VERSE HACKATHON 2026 · BRIGHT DATA SCRAPER STUDIO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13716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300" kern="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pPr indent="0" marL="0">
              <a:buNone/>
            </a:pPr>
            <a:r>
              <a:rPr lang="en-US" sz="6600" b="1" spc="300" kern="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502920" y="24871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breaking changes in AI vendor APIs — before your code does.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3566160"/>
            <a:ext cx="1783080" cy="0"/>
          </a:xfrm>
          <a:prstGeom prst="line">
            <a:avLst/>
          </a:prstGeom>
          <a:noFill/>
          <a:ln w="88900">
            <a:solidFill>
              <a:srgbClr val="1B5C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2286000" y="2560320"/>
            <a:ext cx="594360" cy="1005840"/>
          </a:xfrm>
          <a:prstGeom prst="line">
            <a:avLst/>
          </a:prstGeom>
          <a:noFill/>
          <a:ln w="88900">
            <a:solidFill>
              <a:srgbClr val="1B5C4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0360" y="2560320"/>
            <a:ext cx="822960" cy="2011680"/>
          </a:xfrm>
          <a:prstGeom prst="line">
            <a:avLst/>
          </a:prstGeom>
          <a:noFill/>
          <a:ln w="88900">
            <a:solidFill>
              <a:srgbClr val="1B5C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703320" y="3063240"/>
            <a:ext cx="731520" cy="1508760"/>
          </a:xfrm>
          <a:prstGeom prst="line">
            <a:avLst/>
          </a:prstGeom>
          <a:noFill/>
          <a:ln w="88900">
            <a:solidFill>
              <a:srgbClr val="1B5C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3063240"/>
            <a:ext cx="640080" cy="502920"/>
          </a:xfrm>
          <a:prstGeom prst="line">
            <a:avLst/>
          </a:prstGeom>
          <a:noFill/>
          <a:ln w="88900">
            <a:solidFill>
              <a:srgbClr val="1B5C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74920" y="3566160"/>
            <a:ext cx="3566160" cy="0"/>
          </a:xfrm>
          <a:prstGeom prst="line">
            <a:avLst/>
          </a:prstGeom>
          <a:noFill/>
          <a:ln w="88900">
            <a:solidFill>
              <a:srgbClr val="1B5C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566160"/>
            <a:ext cx="1783080" cy="0"/>
          </a:xfrm>
          <a:prstGeom prst="line">
            <a:avLst/>
          </a:prstGeom>
          <a:noFill/>
          <a:ln w="38100">
            <a:solidFill>
              <a:srgbClr val="35F0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2286000" y="2560320"/>
            <a:ext cx="594360" cy="1005840"/>
          </a:xfrm>
          <a:prstGeom prst="line">
            <a:avLst/>
          </a:prstGeom>
          <a:noFill/>
          <a:ln w="38100">
            <a:solidFill>
              <a:srgbClr val="35F0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0360" y="2560320"/>
            <a:ext cx="822960" cy="2011680"/>
          </a:xfrm>
          <a:prstGeom prst="line">
            <a:avLst/>
          </a:prstGeom>
          <a:noFill/>
          <a:ln w="38100">
            <a:solidFill>
              <a:srgbClr val="35F0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3703320" y="3063240"/>
            <a:ext cx="731520" cy="1508760"/>
          </a:xfrm>
          <a:prstGeom prst="line">
            <a:avLst/>
          </a:prstGeom>
          <a:noFill/>
          <a:ln w="38100">
            <a:solidFill>
              <a:srgbClr val="35F0B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3063240"/>
            <a:ext cx="640080" cy="502920"/>
          </a:xfrm>
          <a:prstGeom prst="line">
            <a:avLst/>
          </a:prstGeom>
          <a:noFill/>
          <a:ln w="38100">
            <a:solidFill>
              <a:srgbClr val="35F0B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4920" y="3566160"/>
            <a:ext cx="3566160" cy="0"/>
          </a:xfrm>
          <a:prstGeom prst="line">
            <a:avLst/>
          </a:prstGeom>
          <a:noFill/>
          <a:ln w="38100">
            <a:solidFill>
              <a:srgbClr val="35F0B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modelpulse-ruby.vercel.app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5F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IN 90 SECONDS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radar. Fifteen vendors.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133856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102412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breaking changes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291840" y="1024128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1338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67328" y="102412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edits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080760" y="1024128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1338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56248" y="102412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out from error logs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1691640" y="1938528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0D141B">
              <a:alpha val="70000"/>
            </a:srgbClr>
          </a:solidFill>
          <a:ln w="15875">
            <a:solidFill>
              <a:srgbClr val="35F0B4"/>
            </a:solidFill>
            <a:prstDash val="dash"/>
          </a:ln>
        </p:spPr>
      </p:sp>
      <p:sp>
        <p:nvSpPr>
          <p:cNvPr id="13" name="Text 8"/>
          <p:cNvSpPr/>
          <p:nvPr/>
        </p:nvSpPr>
        <p:spPr>
          <a:xfrm>
            <a:off x="1691640" y="3749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35F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 DATA SCRAPER STUDIO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02920" y="2286000"/>
            <a:ext cx="1005840" cy="1097280"/>
          </a:xfrm>
          <a:prstGeom prst="roundRect">
            <a:avLst>
              <a:gd name="adj" fmla="val 5455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02920" y="2395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502920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1920240" y="228600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920240" y="2286000"/>
            <a:ext cx="82296" cy="0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920240" y="2286000"/>
            <a:ext cx="0" cy="82296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895344" y="2286000"/>
            <a:ext cx="82296" cy="0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977640" y="2286000"/>
            <a:ext cx="0" cy="82296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920240" y="3383280"/>
            <a:ext cx="82296" cy="0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920240" y="3300984"/>
            <a:ext cx="0" cy="82296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895344" y="3383280"/>
            <a:ext cx="82296" cy="0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977640" y="3300984"/>
            <a:ext cx="0" cy="82296"/>
          </a:xfrm>
          <a:prstGeom prst="line">
            <a:avLst/>
          </a:prstGeom>
          <a:noFill/>
          <a:ln w="12700">
            <a:solidFill>
              <a:srgbClr val="35F0B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92024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5F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c_*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1920240" y="29260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SELF-HEALING COLLECTORS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526280" y="228600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526280" y="2432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26280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schema · impact 0–100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400800" y="228600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432304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55080" y="2907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history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481328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3986784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6089904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685800" y="39776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087368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85800" y="4498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ALERTS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2651760" y="39776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4087368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651760" y="4498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CI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4617720" y="39776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056" y="4087368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617720" y="4498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6583680" y="39776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4087368"/>
            <a:ext cx="347472" cy="34747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583680" y="4498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API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Detect. Heal. Recover. Unattended.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67512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78992" y="1691640"/>
            <a:ext cx="731520" cy="731520"/>
          </a:xfrm>
          <a:prstGeom prst="ellipse">
            <a:avLst/>
          </a:prstGeom>
          <a:solidFill>
            <a:srgbClr val="121A22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29/29 rows missing change_type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317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24328" y="123444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8892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731520" cy="731520"/>
          </a:xfrm>
          <a:prstGeom prst="ellipse">
            <a:avLst/>
          </a:prstGeom>
          <a:solidFill>
            <a:srgbClr val="121A22"/>
          </a:solidFill>
          <a:ln w="19050">
            <a:solidFill>
              <a:srgbClr val="5CA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74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24328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15768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· same c_* ID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453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745736" y="123444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10328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321808" y="1691640"/>
            <a:ext cx="731520" cy="731520"/>
          </a:xfrm>
          <a:prstGeom prst="ellipse">
            <a:avLst/>
          </a:prstGeom>
          <a:solidFill>
            <a:srgbClr val="121A22"/>
          </a:solidFill>
          <a:ln w="19050">
            <a:solidFill>
              <a:srgbClr val="EDF2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8745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45736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37176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gate · never half-written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57453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6867144" y="123444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0D141B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031736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7443216" y="1691640"/>
            <a:ext cx="731520" cy="731520"/>
          </a:xfrm>
          <a:prstGeom prst="ellipse">
            <a:avLst/>
          </a:prstGeom>
          <a:solidFill>
            <a:srgbClr val="121A22"/>
          </a:solidFill>
          <a:ln w="19050">
            <a:solidFill>
              <a:srgbClr val="35F0B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8745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67144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F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958584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rows back · 0 code changes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02920" y="370332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40080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40080" y="39684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c_mt36bqzoxmjmuuk6y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624328" y="370332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2761488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 JOB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2761488" y="39684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ia_mt3bwk3f1l3wyn63hq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745736" y="370332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4882896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4882896" y="39684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09:00 UTC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867144" y="370332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121A22"/>
          </a:solidFill>
          <a:ln w="9525">
            <a:solidFill>
              <a:srgbClr val="24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7004304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7004304" y="39684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attempt on /health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502920" y="46177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event, real collector — recorded in docs/live-heal-log.md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scraper that </a:t>
            </a:r>
            <a:pPr indent="0" marL="0">
              <a:buNone/>
            </a:pPr>
            <a:r>
              <a:rPr lang="en-US" sz="4400" b="1" dirty="0">
                <a:solidFill>
                  <a:srgbClr val="35F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itself</a:t>
            </a:r>
            <a:pPr indent="0" marL="0">
              <a:buNone/>
            </a:pPr>
            <a:r>
              <a:rPr lang="en-US" sz="4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github.com/rajkumarpawar07/modelpulse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modelpulse-ruby.vercel.app  ·  /health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1508760" cy="0"/>
          </a:xfrm>
          <a:prstGeom prst="line">
            <a:avLst/>
          </a:prstGeom>
          <a:noFill/>
          <a:ln w="31750">
            <a:solidFill>
              <a:srgbClr val="35F0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011680" y="3017520"/>
            <a:ext cx="548640" cy="640080"/>
          </a:xfrm>
          <a:prstGeom prst="line">
            <a:avLst/>
          </a:prstGeom>
          <a:noFill/>
          <a:ln w="31750">
            <a:solidFill>
              <a:srgbClr val="35F0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3017520"/>
            <a:ext cx="640080" cy="1280160"/>
          </a:xfrm>
          <a:prstGeom prst="line">
            <a:avLst/>
          </a:prstGeom>
          <a:noFill/>
          <a:ln w="31750">
            <a:solidFill>
              <a:srgbClr val="35F0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200400" y="3291840"/>
            <a:ext cx="640080" cy="1005840"/>
          </a:xfrm>
          <a:prstGeom prst="line">
            <a:avLst/>
          </a:prstGeom>
          <a:noFill/>
          <a:ln w="31750">
            <a:solidFill>
              <a:srgbClr val="35F0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291840"/>
            <a:ext cx="548640" cy="365760"/>
          </a:xfrm>
          <a:prstGeom prst="line">
            <a:avLst/>
          </a:prstGeom>
          <a:noFill/>
          <a:ln w="31750">
            <a:solidFill>
              <a:srgbClr val="35F0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657600"/>
            <a:ext cx="4251960" cy="0"/>
          </a:xfrm>
          <a:prstGeom prst="line">
            <a:avLst/>
          </a:prstGeom>
          <a:noFill/>
          <a:ln w="31750">
            <a:solidFill>
              <a:srgbClr val="35F0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300" kern="0" dirty="0">
                <a:solidFill>
                  <a:srgbClr val="35F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— LIVE.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ModelPulse — AI API Change Intelligence</dc:title>
  <dc:subject>PptxGenJS Presentation</dc:subject>
  <dc:creator>rajkumarpawar07</dc:creator>
  <cp:lastModifiedBy>rajkumarpawar07</cp:lastModifiedBy>
  <cp:revision>1</cp:revision>
  <dcterms:created xsi:type="dcterms:W3CDTF">2026-08-22T11:48:14Z</dcterms:created>
  <dcterms:modified xsi:type="dcterms:W3CDTF">2026-08-22T11:48:14Z</dcterms:modified>
</cp:coreProperties>
</file>